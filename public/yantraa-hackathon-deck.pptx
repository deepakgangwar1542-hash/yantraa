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1488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21417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" y="2404872"/>
            <a:ext cx="402336" cy="402336"/>
          </a:xfrm>
          <a:prstGeom prst="ellipse">
            <a:avLst/>
          </a:prstGeom>
          <a:solidFill>
            <a:srgbClr val="FF2D2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039112"/>
            <a:ext cx="91440" cy="109728"/>
          </a:xfrm>
          <a:prstGeom prst="rect">
            <a:avLst/>
          </a:prstGeom>
          <a:solidFill>
            <a:srgbClr val="C084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3063240"/>
            <a:ext cx="91440" cy="109728"/>
          </a:xfrm>
          <a:prstGeom prst="rect">
            <a:avLst/>
          </a:prstGeom>
          <a:solidFill>
            <a:srgbClr val="C08457"/>
          </a:solidFill>
          <a:ln/>
        </p:spPr>
      </p:sp>
      <p:sp>
        <p:nvSpPr>
          <p:cNvPr id="21" name="Shape 19"/>
          <p:cNvSpPr/>
          <p:nvPr/>
        </p:nvSpPr>
        <p:spPr>
          <a:xfrm>
            <a:off x="1280160" y="2039112"/>
            <a:ext cx="91440" cy="109728"/>
          </a:xfrm>
          <a:prstGeom prst="rect">
            <a:avLst/>
          </a:prstGeom>
          <a:solidFill>
            <a:srgbClr val="C08457"/>
          </a:solidFill>
          <a:ln/>
        </p:spPr>
      </p:sp>
      <p:sp>
        <p:nvSpPr>
          <p:cNvPr id="22" name="Shape 20"/>
          <p:cNvSpPr/>
          <p:nvPr/>
        </p:nvSpPr>
        <p:spPr>
          <a:xfrm>
            <a:off x="1280160" y="3063240"/>
            <a:ext cx="91440" cy="109728"/>
          </a:xfrm>
          <a:prstGeom prst="rect">
            <a:avLst/>
          </a:prstGeom>
          <a:solidFill>
            <a:srgbClr val="C08457"/>
          </a:solidFill>
          <a:ln/>
        </p:spPr>
      </p:sp>
      <p:sp>
        <p:nvSpPr>
          <p:cNvPr id="23" name="Shape 21"/>
          <p:cNvSpPr/>
          <p:nvPr/>
        </p:nvSpPr>
        <p:spPr>
          <a:xfrm>
            <a:off x="1554480" y="2039112"/>
            <a:ext cx="91440" cy="109728"/>
          </a:xfrm>
          <a:prstGeom prst="rect">
            <a:avLst/>
          </a:prstGeom>
          <a:solidFill>
            <a:srgbClr val="C08457"/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3063240"/>
            <a:ext cx="91440" cy="109728"/>
          </a:xfrm>
          <a:prstGeom prst="rect">
            <a:avLst/>
          </a:prstGeom>
          <a:solidFill>
            <a:srgbClr val="C0845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337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LEARNING PLATFORM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611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YANTRAA</a:t>
            </a:r>
            <a:endParaRPr lang="en-US" sz="9600" dirty="0"/>
          </a:p>
        </p:txBody>
      </p:sp>
      <p:sp>
        <p:nvSpPr>
          <p:cNvPr id="27" name="Text 25"/>
          <p:cNvSpPr/>
          <p:nvPr/>
        </p:nvSpPr>
        <p:spPr>
          <a:xfrm>
            <a:off x="822960" y="4983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electronics by building real circuits in an interactive 3D lab.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PITCH</a:t>
            </a:r>
            <a:pPr indent="0" marL="0">
              <a:buNone/>
            </a:pPr>
            <a:r>
              <a:rPr lang="en-US" sz="1200" spc="1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  </a:t>
            </a:r>
            <a:pPr indent="0" marL="0">
              <a:buNone/>
            </a:pPr>
            <a:r>
              <a:rPr lang="en-US" sz="1200" spc="100" kern="0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YANTRAA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is taught on paper.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5042916" cy="1737360"/>
          </a:xfrm>
          <a:prstGeom prst="roundRect">
            <a:avLst>
              <a:gd name="adj" fmla="val 3158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286000"/>
            <a:ext cx="4585716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2514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2852928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intimidating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246120"/>
            <a:ext cx="4494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theory lives in 2D diagrams and equations. Beginners can’t see what a circuit actually does.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23076" y="2286000"/>
            <a:ext cx="5042916" cy="1737360"/>
          </a:xfrm>
          <a:prstGeom prst="roundRect">
            <a:avLst>
              <a:gd name="adj" fmla="val 3158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51676" y="2286000"/>
            <a:ext cx="4585716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8" name="Text 26"/>
          <p:cNvSpPr/>
          <p:nvPr/>
        </p:nvSpPr>
        <p:spPr>
          <a:xfrm>
            <a:off x="6597396" y="2514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97396" y="2852928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has a high floor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97396" y="3246120"/>
            <a:ext cx="4494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breadboards need parts, money, and space — and a wrong wire can fry a component or a student’s confidence.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4389120"/>
            <a:ext cx="5042916" cy="1737360"/>
          </a:xfrm>
          <a:prstGeom prst="roundRect">
            <a:avLst>
              <a:gd name="adj" fmla="val 3158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1560" y="4389120"/>
            <a:ext cx="4585716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4956048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safe place to fail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97280" y="5349240"/>
            <a:ext cx="4494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fear mistakes because they’re slow, costly, and invisible until something breaks.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23076" y="4389120"/>
            <a:ext cx="5042916" cy="1737360"/>
          </a:xfrm>
          <a:prstGeom prst="roundRect">
            <a:avLst>
              <a:gd name="adj" fmla="val 3158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51676" y="4389120"/>
            <a:ext cx="4585716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8" name="Text 36"/>
          <p:cNvSpPr/>
          <p:nvPr/>
        </p:nvSpPr>
        <p:spPr>
          <a:xfrm>
            <a:off x="6597396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97396" y="4956048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is delayed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97396" y="5349240"/>
            <a:ext cx="4494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find out a circuit is wrong hours later — not the instant you connect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virtual electronics lab that feels real.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" y="20574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YANTRAA is a browser-based platform where students drag real components onto a spatial breadboard, wire them in 3D, and press Run — watching current flow, LEDs glow, and buzzers pulse in real time. No parts to buy, nothing to break, instant feedback.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2960" y="3291840"/>
            <a:ext cx="3270504" cy="2194560"/>
          </a:xfrm>
          <a:prstGeom prst="roundRect">
            <a:avLst>
              <a:gd name="adj" fmla="val 2500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329184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611880"/>
            <a:ext cx="2721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IT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97280" y="4069080"/>
            <a:ext cx="457200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251960"/>
            <a:ext cx="2721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Current, polarity, and faults are visible — glow means current is flowing.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59224" y="3291840"/>
            <a:ext cx="3270504" cy="2194560"/>
          </a:xfrm>
          <a:prstGeom prst="roundRect">
            <a:avLst>
              <a:gd name="adj" fmla="val 2500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7824" y="329184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9" name="Text 27"/>
          <p:cNvSpPr/>
          <p:nvPr/>
        </p:nvSpPr>
        <p:spPr>
          <a:xfrm>
            <a:off x="4733544" y="3611880"/>
            <a:ext cx="2721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IT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33544" y="4069080"/>
            <a:ext cx="457200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1" name="Text 29"/>
          <p:cNvSpPr/>
          <p:nvPr/>
        </p:nvSpPr>
        <p:spPr>
          <a:xfrm>
            <a:off x="4733544" y="4251960"/>
            <a:ext cx="2721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real wires between pins on a 3D breadboard, just like the bench.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95488" y="3291840"/>
            <a:ext cx="3270504" cy="2194560"/>
          </a:xfrm>
          <a:prstGeom prst="roundRect">
            <a:avLst>
              <a:gd name="adj" fmla="val 2500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4088" y="329184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4" name="Text 32"/>
          <p:cNvSpPr/>
          <p:nvPr/>
        </p:nvSpPr>
        <p:spPr>
          <a:xfrm>
            <a:off x="8369808" y="3611880"/>
            <a:ext cx="2721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 IT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369808" y="4069080"/>
            <a:ext cx="457200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6" name="Text 34"/>
          <p:cNvSpPr/>
          <p:nvPr/>
        </p:nvSpPr>
        <p:spPr>
          <a:xfrm>
            <a:off x="8369808" y="4251960"/>
            <a:ext cx="2721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circuit engine + AI tutor explain why it works, the moment it does.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/ 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3D Spatial Lab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" y="1783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hero of YANTRAA.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2423160"/>
            <a:ext cx="6126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–"/>
            </a:pPr>
            <a:r>
              <a:rPr lang="en-US" sz="15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components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onto a spatial breadboard.
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them in three dimensions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with real, snapping jumper wires.
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Run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a live circuit engine simulates the result — LEDs light, buzzers sound, traces glow where current flows.
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fault detection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flags shorts, reversed polarity, and missing resistors as you build.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06640" y="2286000"/>
            <a:ext cx="3959352" cy="3383280"/>
          </a:xfrm>
          <a:prstGeom prst="roundRect">
            <a:avLst>
              <a:gd name="adj" fmla="val 1622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286000"/>
            <a:ext cx="3502152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0233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21417"/>
          </a:solidFill>
          <a:ln w="19050">
            <a:solidFill>
              <a:srgbClr val="C084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58200" y="4224528"/>
            <a:ext cx="516636" cy="4572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9" name="Shape 27"/>
          <p:cNvSpPr/>
          <p:nvPr/>
        </p:nvSpPr>
        <p:spPr>
          <a:xfrm>
            <a:off x="9386316" y="40233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21417"/>
          </a:solidFill>
          <a:ln w="19050">
            <a:solidFill>
              <a:srgbClr val="C084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86316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797796" y="4224528"/>
            <a:ext cx="516636" cy="4572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25912" y="40233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21417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25912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502920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flowing → LED lit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/ 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— your AI hardware tutor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5042916" cy="3291840"/>
          </a:xfrm>
          <a:prstGeom prst="roundRect">
            <a:avLst>
              <a:gd name="adj" fmla="val 1667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286000"/>
            <a:ext cx="4585716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251460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TUTOR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2926080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is an always-on tutor that explains any concept — from Ohm’s law to 555 timing chips — grounded in what you’re actually building. Patient, precise, and context-aware.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097280" y="4114800"/>
            <a:ext cx="4219956" cy="502920"/>
          </a:xfrm>
          <a:prstGeom prst="roundRect">
            <a:avLst>
              <a:gd name="adj" fmla="val 14545"/>
            </a:avLst>
          </a:prstGeom>
          <a:solidFill>
            <a:srgbClr val="FF2D2D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4114800"/>
            <a:ext cx="40370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won’t my LED light up?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1600" y="4709160"/>
            <a:ext cx="4219956" cy="640080"/>
          </a:xfrm>
          <a:prstGeom prst="roundRect">
            <a:avLst>
              <a:gd name="adj" fmla="val 11429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4709160"/>
            <a:ext cx="40370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polarity — the long leg is +. It looks reversed.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23076" y="2286000"/>
            <a:ext cx="5042916" cy="3291840"/>
          </a:xfrm>
          <a:prstGeom prst="roundRect">
            <a:avLst>
              <a:gd name="adj" fmla="val 1667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1676" y="2286000"/>
            <a:ext cx="4585716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1" name="Text 29"/>
          <p:cNvSpPr/>
          <p:nvPr/>
        </p:nvSpPr>
        <p:spPr>
          <a:xfrm>
            <a:off x="6597396" y="251460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NEXT-LEVEL INTERACTION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97396" y="3017520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3" name="Text 31"/>
          <p:cNvSpPr/>
          <p:nvPr/>
        </p:nvSpPr>
        <p:spPr>
          <a:xfrm>
            <a:off x="6890004" y="2971800"/>
            <a:ext cx="4219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Hand-tracking control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90004" y="3264408"/>
            <a:ext cx="42199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Pinch, grab, and zoom the 3D lab with your webcam — no mouse required.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97396" y="3858768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6" name="Text 34"/>
          <p:cNvSpPr/>
          <p:nvPr/>
        </p:nvSpPr>
        <p:spPr>
          <a:xfrm>
            <a:off x="6890004" y="3813048"/>
            <a:ext cx="4219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Living-schematic UI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90004" y="4105656"/>
            <a:ext cx="42199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app is a powered PCB: glow always means current is flowing.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97396" y="4700016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9" name="Text 37"/>
          <p:cNvSpPr/>
          <p:nvPr/>
        </p:nvSpPr>
        <p:spPr>
          <a:xfrm>
            <a:off x="6890004" y="4654296"/>
            <a:ext cx="4219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the browser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890004" y="4946904"/>
            <a:ext cx="42199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3D + real-time simulation, zero installs, works on a laptop.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/ 03 + 04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by exploring, master by building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5042916" cy="3291840"/>
          </a:xfrm>
          <a:prstGeom prst="roundRect">
            <a:avLst>
              <a:gd name="adj" fmla="val 1667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286000"/>
            <a:ext cx="4585716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251460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COMPONENT LIBRARY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2926080"/>
            <a:ext cx="44942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every part in interactive 3D — pinouts, polarity, difficulty, and real-world uses — so a datasheet finally makes intuitive sense.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097280" y="40690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069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Resistor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97480" y="40690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4069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40690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4069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Transistor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97280" y="461772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617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NE555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97480" y="461772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4617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0" y="461772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4617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23076" y="2286000"/>
            <a:ext cx="5042916" cy="3291840"/>
          </a:xfrm>
          <a:prstGeom prst="roundRect">
            <a:avLst>
              <a:gd name="adj" fmla="val 1667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51676" y="2286000"/>
            <a:ext cx="4585716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9" name="Text 37"/>
          <p:cNvSpPr/>
          <p:nvPr/>
        </p:nvSpPr>
        <p:spPr>
          <a:xfrm>
            <a:off x="6597396" y="251460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PATH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97396" y="2926080"/>
            <a:ext cx="44942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roadmap of hands-on projects — from your first glowing LED to sensor-driven logic — wiring each real circuit step by step until it comes alive.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643116" y="4069080"/>
            <a:ext cx="365760" cy="365760"/>
          </a:xfrm>
          <a:prstGeom prst="ellipse">
            <a:avLst/>
          </a:prstGeom>
          <a:solidFill>
            <a:srgbClr val="FF2D2D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3116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23076" y="4526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Light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44284" y="4224528"/>
            <a:ext cx="1004316" cy="3657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45" name="Shape 43"/>
          <p:cNvSpPr/>
          <p:nvPr/>
        </p:nvSpPr>
        <p:spPr>
          <a:xfrm>
            <a:off x="8049768" y="4069080"/>
            <a:ext cx="365760" cy="365760"/>
          </a:xfrm>
          <a:prstGeom prst="ellipse">
            <a:avLst/>
          </a:prstGeom>
          <a:solidFill>
            <a:srgbClr val="121417"/>
          </a:solidFill>
          <a:ln w="19050">
            <a:solidFill>
              <a:srgbClr val="8A6A4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9768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29728" y="4526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250936" y="4224528"/>
            <a:ext cx="1004316" cy="36576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49" name="Shape 47"/>
          <p:cNvSpPr/>
          <p:nvPr/>
        </p:nvSpPr>
        <p:spPr>
          <a:xfrm>
            <a:off x="9456420" y="4069080"/>
            <a:ext cx="365760" cy="365760"/>
          </a:xfrm>
          <a:prstGeom prst="ellipse">
            <a:avLst/>
          </a:prstGeom>
          <a:solidFill>
            <a:srgbClr val="121417"/>
          </a:solidFill>
          <a:ln w="19050">
            <a:solidFill>
              <a:srgbClr val="8A6A4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564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36380" y="4526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657588" y="4224528"/>
            <a:ext cx="1004316" cy="36576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53" name="Shape 51"/>
          <p:cNvSpPr/>
          <p:nvPr/>
        </p:nvSpPr>
        <p:spPr>
          <a:xfrm>
            <a:off x="10863072" y="4069080"/>
            <a:ext cx="365760" cy="365760"/>
          </a:xfrm>
          <a:prstGeom prst="ellipse">
            <a:avLst/>
          </a:prstGeom>
          <a:solidFill>
            <a:srgbClr val="121417"/>
          </a:solidFill>
          <a:ln w="19050">
            <a:solidFill>
              <a:srgbClr val="8A6A4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63072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543032" y="4526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597396" y="5166360"/>
            <a:ext cx="4494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is saved — unlock harder builds as you go.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empty board to living circuit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822960" y="2651760"/>
            <a:ext cx="3026664" cy="2743200"/>
          </a:xfrm>
          <a:prstGeom prst="roundRect">
            <a:avLst>
              <a:gd name="adj" fmla="val 2000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651760"/>
            <a:ext cx="256946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2926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2D2D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97280" y="374904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 THE PARTS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160520"/>
            <a:ext cx="2478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3D library — spin each component, learn its pins and what it does.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41064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581144" y="2651760"/>
            <a:ext cx="3026664" cy="2743200"/>
          </a:xfrm>
          <a:prstGeom prst="roundRect">
            <a:avLst>
              <a:gd name="adj" fmla="val 2000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9744" y="2651760"/>
            <a:ext cx="256946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0" name="Shape 28"/>
          <p:cNvSpPr/>
          <p:nvPr/>
        </p:nvSpPr>
        <p:spPr>
          <a:xfrm>
            <a:off x="4855464" y="2926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2D2D"/>
          </a:solidFill>
          <a:ln/>
        </p:spPr>
      </p:sp>
      <p:sp>
        <p:nvSpPr>
          <p:cNvPr id="31" name="Text 29"/>
          <p:cNvSpPr/>
          <p:nvPr/>
        </p:nvSpPr>
        <p:spPr>
          <a:xfrm>
            <a:off x="4855464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855464" y="374904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IT IN 3D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55464" y="4160520"/>
            <a:ext cx="2478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parts on the spatial breadboard and connect them with real, snapping wires.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99248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8339328" y="2651760"/>
            <a:ext cx="3026664" cy="2743200"/>
          </a:xfrm>
          <a:prstGeom prst="roundRect">
            <a:avLst>
              <a:gd name="adj" fmla="val 2000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67928" y="2651760"/>
            <a:ext cx="256946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7" name="Shape 35"/>
          <p:cNvSpPr/>
          <p:nvPr/>
        </p:nvSpPr>
        <p:spPr>
          <a:xfrm>
            <a:off x="8613648" y="2926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2D2D"/>
          </a:solidFill>
          <a:ln/>
        </p:spPr>
      </p:sp>
      <p:sp>
        <p:nvSpPr>
          <p:cNvPr id="38" name="Text 36"/>
          <p:cNvSpPr/>
          <p:nvPr/>
        </p:nvSpPr>
        <p:spPr>
          <a:xfrm>
            <a:off x="8613648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613648" y="374904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&amp; LEARN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13648" y="4160520"/>
            <a:ext cx="2478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Run: YANTRAA analyzes the circuit, flags issues, and brings it to life.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browser, engineered to scale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3270504" cy="1691640"/>
          </a:xfrm>
          <a:prstGeom prst="roundRect">
            <a:avLst>
              <a:gd name="adj" fmla="val 3243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28600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2487168"/>
            <a:ext cx="2813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852928"/>
            <a:ext cx="2813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Three Fiber + WebGL render the spatial lab. A single shared WebGL context keeps it fast and stable.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59224" y="2286000"/>
            <a:ext cx="3270504" cy="1691640"/>
          </a:xfrm>
          <a:prstGeom prst="roundRect">
            <a:avLst>
              <a:gd name="adj" fmla="val 3243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7824" y="228600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27" name="Text 25"/>
          <p:cNvSpPr/>
          <p:nvPr/>
        </p:nvSpPr>
        <p:spPr>
          <a:xfrm>
            <a:off x="4687824" y="2487168"/>
            <a:ext cx="2813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87824" y="2852928"/>
            <a:ext cx="2813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real-time solver detects closed loops, current flow, shorts, and polarity faults on every edit.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95488" y="2286000"/>
            <a:ext cx="3270504" cy="1691640"/>
          </a:xfrm>
          <a:prstGeom prst="roundRect">
            <a:avLst>
              <a:gd name="adj" fmla="val 3243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4088" y="228600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1" name="Text 29"/>
          <p:cNvSpPr/>
          <p:nvPr/>
        </p:nvSpPr>
        <p:spPr>
          <a:xfrm>
            <a:off x="8324088" y="2487168"/>
            <a:ext cx="2813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TUTOR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4088" y="2852928"/>
            <a:ext cx="2813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LLM responses via the AI SDK, grounded in the live circuit state for context-aware help.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297680"/>
            <a:ext cx="3270504" cy="1691640"/>
          </a:xfrm>
          <a:prstGeom prst="roundRect">
            <a:avLst>
              <a:gd name="adj" fmla="val 3243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429768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" y="4498848"/>
            <a:ext cx="2813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 TRACKING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4864608"/>
            <a:ext cx="2813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gesture recognition drives pinch / grab / zoom — a natural, mouse-free interface.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59224" y="4297680"/>
            <a:ext cx="3270504" cy="1691640"/>
          </a:xfrm>
          <a:prstGeom prst="roundRect">
            <a:avLst>
              <a:gd name="adj" fmla="val 3243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7824" y="429768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9" name="Text 37"/>
          <p:cNvSpPr/>
          <p:nvPr/>
        </p:nvSpPr>
        <p:spPr>
          <a:xfrm>
            <a:off x="4687824" y="4498848"/>
            <a:ext cx="2813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+ FLUENT UI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87824" y="4864608"/>
            <a:ext cx="2813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front end with a cohesive PCB design system and persisted project progress.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5488" y="4297680"/>
            <a:ext cx="3270504" cy="1691640"/>
          </a:xfrm>
          <a:prstGeom prst="roundRect">
            <a:avLst>
              <a:gd name="adj" fmla="val 3243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4088" y="4297680"/>
            <a:ext cx="2813304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43" name="Text 41"/>
          <p:cNvSpPr/>
          <p:nvPr/>
        </p:nvSpPr>
        <p:spPr>
          <a:xfrm>
            <a:off x="8324088" y="4498848"/>
            <a:ext cx="2813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INSTALL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24088" y="4864608"/>
            <a:ext cx="2813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client-side in the browser — no hardware, no setup, works on any laptop.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it’s for &amp; why it matters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2816352"/>
            <a:ext cx="164592" cy="164592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&amp; 2nd year engineering students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3383280"/>
            <a:ext cx="164592" cy="164592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Self-taught makers &amp; hobbyists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3950208"/>
            <a:ext cx="164592" cy="164592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877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Classrooms without lab budgets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" y="4517136"/>
            <a:ext cx="164592" cy="164592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44439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intimidated by real hardware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92240" y="2331720"/>
            <a:ext cx="4873752" cy="96012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2331720"/>
            <a:ext cx="4416552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24414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869680" y="2331720"/>
            <a:ext cx="2221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cost to start learning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92240" y="3474720"/>
            <a:ext cx="4873752" cy="96012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0840" y="3474720"/>
            <a:ext cx="4416552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5844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8869680" y="3474720"/>
            <a:ext cx="2221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damaged by mistakes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92240" y="4617720"/>
            <a:ext cx="4873752" cy="96012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4617720"/>
            <a:ext cx="4416552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47274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8869680" y="4617720"/>
            <a:ext cx="2221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the moment you wire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61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5223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283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044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58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567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3282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0894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8505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6117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3729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1340" y="0"/>
            <a:ext cx="0" cy="6858000"/>
          </a:xfrm>
          <a:prstGeom prst="line">
            <a:avLst/>
          </a:prstGeom>
          <a:noFill/>
          <a:ln w="6350">
            <a:solidFill>
              <a:srgbClr val="191B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2296"/>
            <a:ext cx="12188952" cy="18288"/>
          </a:xfrm>
          <a:prstGeom prst="rect">
            <a:avLst/>
          </a:prstGeom>
          <a:solidFill>
            <a:srgbClr val="7A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YANTRAA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1276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ELECTRONICS IN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969264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the ask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components: op-amps, logic gates, motors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32644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2644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Multiplayer labs &amp; classroom mode for teachers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22960" y="38313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8313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circuits and a community project gallery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" y="43982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43982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designs to real PCB layouts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675120" y="2194560"/>
            <a:ext cx="4690872" cy="2743200"/>
          </a:xfrm>
          <a:prstGeom prst="roundRect">
            <a:avLst>
              <a:gd name="adj" fmla="val 2000"/>
            </a:avLst>
          </a:prstGeom>
          <a:solidFill>
            <a:srgbClr val="191B1F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2194560"/>
            <a:ext cx="4233672" cy="27432"/>
          </a:xfrm>
          <a:prstGeom prst="rect">
            <a:avLst/>
          </a:prstGeom>
          <a:solidFill>
            <a:srgbClr val="8A6A4E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242316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2834640"/>
            <a:ext cx="4050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working platform that makes electronics visible, safe, and fun to learn. We’re looking for feedback, early users, and mentors to take YANTRAA from hackathon to classroom.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95160" y="42976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5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live in the browser — no install required.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5394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YANTRAA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YANTRAA — Hackathon Pitch</dc:title>
  <dc:subject>PptxGenJS Presentation</dc:subject>
  <dc:creator>YANTRAA</dc:creator>
  <cp:lastModifiedBy>YANTRAA</cp:lastModifiedBy>
  <cp:revision>1</cp:revision>
  <dcterms:created xsi:type="dcterms:W3CDTF">2026-08-16T09:29:50Z</dcterms:created>
  <dcterms:modified xsi:type="dcterms:W3CDTF">2026-08-16T09:29:50Z</dcterms:modified>
</cp:coreProperties>
</file>